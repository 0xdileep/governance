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983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AWS &amp; Impetus GenAI Hackathon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057650"/>
            <a:ext cx="579417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Governance Middleware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485144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Presented by: Dileep Kumar V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39222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Team: Lonewolf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6145"/>
            <a:ext cx="28716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 CASE 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004661"/>
            <a:ext cx="130340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AIWatchdog: AI Governance Middleware (Demo)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922395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AIWatchdog is an AI governance/compliance middleware designed to inspect and classify LLM-generated outputs across key safety, compliance, and ethical dimensions. It evaluates model responses using multi-agent analysis to detect hallucinations, bias, safety violations, legal risks, and ethical breaches.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09825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system flags issues, provides explainability, and returns a structured JSON output for traceability and remediation, ensuring responsible AI usage.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6929"/>
            <a:ext cx="29231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TEAM INTRODUCTION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605445"/>
            <a:ext cx="85683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Solo Developer: Dileep Kumar V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70177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Roles &amp; Responsibilities: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19790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Architecture design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58485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Backend development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9718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LLM integration &amp; prompt engineering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35876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API development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74571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AWS deployment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370177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Dileep built AIWatchdog end-to-end, leveraging GenAI tools for enhanced development efficiency. This project showcases a comprehensive understanding of AI system design and deployment.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83298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Contact Info: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idileepv@gmail.com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2864"/>
            <a:ext cx="29989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STATEMENT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471380"/>
            <a:ext cx="79520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Addressing LLM Output Risks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38911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Large Language Models (LLMs) can generate content that appears coherent but may: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2989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Include hallucinated or fabricated information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3168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 biased or discriminatory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7038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Pose ethical or safety concerns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09075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Breach legal or regulatory boundaries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63153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Scope: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AIWatchdog creates a lightweight, extensible middleware that sits between any LLM and the end-user. It intercepts model output and applies agent-level evaluation for trust, compliance, and governance, ensuring content integrity.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2347"/>
            <a:ext cx="29845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SOLUTION APPROACH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190863"/>
            <a:ext cx="109735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AIWatchdog: The LLM-Output Watchdog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10859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AIWatchdog performs multi-dimensional safety checks via specialized agents, returning structured annotations and suggested remediations.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264575"/>
            <a:ext cx="4215289" cy="1781651"/>
          </a:xfrm>
          <a:prstGeom prst="roundRect">
            <a:avLst>
              <a:gd name="adj" fmla="val 6159"/>
            </a:avLst>
          </a:prstGeom>
          <a:noFill/>
          <a:ln/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3790" y="3241715"/>
            <a:ext cx="4215289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7" name="Shape 5"/>
          <p:cNvSpPr/>
          <p:nvPr/>
        </p:nvSpPr>
        <p:spPr>
          <a:xfrm>
            <a:off x="2603778" y="296691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5161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372" y="3115747"/>
            <a:ext cx="238125" cy="297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5008" y="3760708"/>
            <a:ext cx="26953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Hallucination Agent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15008" y="418992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Detects factual inconsistencies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3264575"/>
            <a:ext cx="4215408" cy="1781651"/>
          </a:xfrm>
          <a:prstGeom prst="roundRect">
            <a:avLst>
              <a:gd name="adj" fmla="val 6159"/>
            </a:avLst>
          </a:prstGeom>
          <a:noFill/>
          <a:ln/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07437" y="3241715"/>
            <a:ext cx="4215408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3" name="Shape 10"/>
          <p:cNvSpPr/>
          <p:nvPr/>
        </p:nvSpPr>
        <p:spPr>
          <a:xfrm>
            <a:off x="7017425" y="296691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5161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018" y="3115747"/>
            <a:ext cx="238125" cy="2976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8655" y="37607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Safety Agent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5428655" y="4189928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Flags harmful, violent, or toxic content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9621203" y="3264575"/>
            <a:ext cx="4215289" cy="1781651"/>
          </a:xfrm>
          <a:prstGeom prst="roundRect">
            <a:avLst>
              <a:gd name="adj" fmla="val 6159"/>
            </a:avLst>
          </a:prstGeom>
          <a:noFill/>
          <a:ln/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621203" y="3241715"/>
            <a:ext cx="4215289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31191" y="296691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5161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784" y="3115747"/>
            <a:ext cx="238125" cy="2976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42421" y="37607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Bias Agent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9842421" y="4189928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Identifies racial, gender, and political bias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793790" y="5542240"/>
            <a:ext cx="6422112" cy="1464112"/>
          </a:xfrm>
          <a:prstGeom prst="roundRect">
            <a:avLst>
              <a:gd name="adj" fmla="val 7495"/>
            </a:avLst>
          </a:prstGeom>
          <a:noFill/>
          <a:ln/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3790" y="5519380"/>
            <a:ext cx="6422112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25" name="Shape 20"/>
          <p:cNvSpPr/>
          <p:nvPr/>
        </p:nvSpPr>
        <p:spPr>
          <a:xfrm>
            <a:off x="3707130" y="524458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5161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724" y="5393412"/>
            <a:ext cx="238125" cy="2976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15008" y="60383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Legal Agent</a:t>
            </a:r>
            <a:endParaRPr lang="en-US" sz="1950" dirty="0"/>
          </a:p>
        </p:txBody>
      </p:sp>
      <p:sp>
        <p:nvSpPr>
          <p:cNvPr id="28" name="Text 22"/>
          <p:cNvSpPr/>
          <p:nvPr/>
        </p:nvSpPr>
        <p:spPr>
          <a:xfrm>
            <a:off x="1015008" y="6467594"/>
            <a:ext cx="597967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Detects legally risky or non-compliant language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7414260" y="5542240"/>
            <a:ext cx="6422231" cy="1464112"/>
          </a:xfrm>
          <a:prstGeom prst="roundRect">
            <a:avLst>
              <a:gd name="adj" fmla="val 7495"/>
            </a:avLst>
          </a:prstGeom>
          <a:noFill/>
          <a:ln/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414260" y="5519380"/>
            <a:ext cx="6422231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27719" y="524458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5161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313" y="5393412"/>
            <a:ext cx="238125" cy="2976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35478" y="60383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Ethics Agent</a:t>
            </a:r>
            <a:endParaRPr lang="en-US" sz="1950" dirty="0"/>
          </a:p>
        </p:txBody>
      </p:sp>
      <p:sp>
        <p:nvSpPr>
          <p:cNvPr id="34" name="Text 27"/>
          <p:cNvSpPr/>
          <p:nvPr/>
        </p:nvSpPr>
        <p:spPr>
          <a:xfrm>
            <a:off x="7635478" y="646759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Evaluates content for moral/ethical breaches</a:t>
            </a:r>
            <a:endParaRPr lang="en-US" sz="1550" dirty="0"/>
          </a:p>
        </p:txBody>
      </p:sp>
      <p:sp>
        <p:nvSpPr>
          <p:cNvPr id="35" name="Text 28"/>
          <p:cNvSpPr/>
          <p:nvPr/>
        </p:nvSpPr>
        <p:spPr>
          <a:xfrm>
            <a:off x="793790" y="722959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Key Features: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Real-time analysis, clear explanations, JSON structured feedback, stateless &amp; portable design.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69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 STACK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605445"/>
            <a:ext cx="90475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Robust and Efficient Foundations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70177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Language &amp; Framework: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Python + FastAPI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8872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LLM: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LLaMA 3.3 70B Instruct via Amazon Bedrock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47567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Minimal interface (for demonstration only)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86263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None — stateless design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24958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Hosting: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AWS Lambda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63653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Logging: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(Planned in future)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370177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 This Stack?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19790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Lightweight &amp; stateless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458485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Serverless and scalable via Lambda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9718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FastAPI for performance + clean API interface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535876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Bedrock-native LLM keeps infra compact and reliable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74571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Easy to plug into any GenAI stack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13685"/>
            <a:ext cx="34443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 DIAGRAM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32220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23993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diagram illustrates how AIWatchdog intercepts and processes LLM outputs, ensuring governance and compliance before content reaches the end-user. Each step ensures a comprehensive safety check.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0982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Flow: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User Query → LLM → AIWatchdog Middleware → Agents(Plain AI for now/demo - Prompt engineered) → JSON Output → Client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71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COST FOOTPRINT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775698"/>
            <a:ext cx="69792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Affordable AI Governance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69343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AIWatchdog is designed for cost-efficiency, leveraging serverless AWS services to minimize operational expenses. The estimated monthly cost for a small to medium usage scenario is between $10 and $20, making it an accessible solution for AI governance.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551753"/>
            <a:ext cx="13042821" cy="2869763"/>
          </a:xfrm>
          <a:prstGeom prst="roundRect">
            <a:avLst>
              <a:gd name="adj" fmla="val 3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5593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9768" y="368605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Component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17368" y="368605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Estimated Monthly Cost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413027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768" y="425696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Amazon Bedrock (LLaMA 3.3 70B)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17368" y="425696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~0.0021–0.0030 USD per 10k token output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70118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768" y="4827865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AWS Lambda (Stateless)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17368" y="4827865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~1M requests/month ≈ &lt;$5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527208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9768" y="5398770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API Gateway (optional)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17368" y="5398770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~$3–5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584299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99768" y="5969675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S3 (optional for future logs)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17368" y="5969675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~$1 for storage of JSONs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3790" y="664475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Estimate: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~$10–20/month (for small/medium usage)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9819"/>
            <a:ext cx="26346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POTENTIAL IMPACT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918335"/>
            <a:ext cx="79540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Driving Responsible AI Usage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03442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Benefits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60485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Proactively flags unsafe or non-compliant outputs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9180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Agent-specific analysis helps pinpoint and explain issues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37876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Works with any LLM output – flexible across providers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76571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Promotes responsible AI usage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034427"/>
            <a:ext cx="407360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Extra Value &amp; Limitations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64874" y="360485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Extra Value: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10098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Structured JSON can be reused for supervised training pipelines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480548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Helps organizations debug and improve model behavior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519243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Enables safety guardrails during model evaluation or deployment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600610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Limitations: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Subjective edge cases, may need tuning per domain, basic interface (for now).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6990"/>
            <a:ext cx="36284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ETHICAL CONSIDERATIONS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145506"/>
            <a:ext cx="113823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Ensuring Fair and Transparent Moderation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93790" y="3063240"/>
            <a:ext cx="6422231" cy="1506736"/>
          </a:xfrm>
          <a:prstGeom prst="roundRect">
            <a:avLst>
              <a:gd name="adj" fmla="val 7282"/>
            </a:avLst>
          </a:prstGeom>
          <a:noFill/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0930" y="3063240"/>
            <a:ext cx="91440" cy="1506736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32844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Bias in Flagging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3713678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Agents are tuned via prompting diversity to reduce bias, ensuring equitable evaluation across all content.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063240"/>
            <a:ext cx="6422231" cy="1506736"/>
          </a:xfrm>
          <a:prstGeom prst="roundRect">
            <a:avLst>
              <a:gd name="adj" fmla="val 7282"/>
            </a:avLst>
          </a:prstGeom>
          <a:noFill/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91519" y="3063240"/>
            <a:ext cx="91440" cy="1506736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7704177" y="3284458"/>
            <a:ext cx="43647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Over-flagging vs Under-flagging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704177" y="3713678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risk is labeled with rationale, allowing teams to audit and fine-tune detection thresholds.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768334"/>
            <a:ext cx="6422231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0930" y="4768334"/>
            <a:ext cx="91440" cy="1824276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88" y="49895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Privacy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83588" y="5418773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user data is stored or logged at this stage, prioritizing privacy and security.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4768334"/>
            <a:ext cx="6422231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91519" y="4768334"/>
            <a:ext cx="91440" cy="1824276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7704177" y="49895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Goal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704177" y="5418773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Transparent moderation, not censorship. Agents assist human oversight without overriding it, maintaining a balance between automation and human judgment.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2025-07-10T18:27:19Z</dcterms:created>
  <dcterms:modified xsi:type="dcterms:W3CDTF">2025-07-10T18:27:19Z</dcterms:modified>
</cp:coreProperties>
</file>